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896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F3631F">
              <a:alpha val="10000"/>
            </a:srgbClr>
          </a:solidFill>
          <a:ln/>
        </p:spPr>
      </p:sp>
      <p:pic>
        <p:nvPicPr>
          <p:cNvPr id="4" name="Image 0" descr="/home/z/my-project/docs/screenshot/repux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65760"/>
            <a:ext cx="18288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</a:t>
            </a:r>
            <a:pPr algn="ctr" indent="0" marL="0">
              <a:buNone/>
            </a:pPr>
            <a:r>
              <a:rPr lang="en-US" sz="5400" b="1" dirty="0">
                <a:solidFill>
                  <a:srgbClr val="F36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Restaurant Management Platform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platform to digitize and streamline daily restaurant operations — menus, orders, reservations, kitchen workflow, staff, CRM, analytics, and multi-branch management from one centralized system.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Empower restaurants with technology that improves efficiency, customer experience, and business growth.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4663440"/>
            <a:ext cx="1828800" cy="0"/>
          </a:xfrm>
          <a:prstGeom prst="line">
            <a:avLst/>
          </a:prstGeom>
          <a:noFill/>
          <a:ln w="12700">
            <a:solidFill>
              <a:srgbClr val="3896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Ethiopia's leading restaurant technology platform</a:t>
            </a:r>
            <a:endParaRPr lang="en-US" sz="1200" dirty="0"/>
          </a:p>
        </p:txBody>
      </p:sp>
      <p:pic>
        <p:nvPicPr>
          <p:cNvPr id="11" name="Image 1" descr="/home/z/my-project/docs/screenshot/yeneqr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84632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FFE4E6"/>
          </a:solidFill>
          <a:ln w="12700">
            <a:solidFill>
              <a:srgbClr val="F43F5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 in Restaurant 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global restaurants digitize, most Ethiopian restaurants still rely on manual processes.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Menus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to print, hard to update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7373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7373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errors, illegible to kitchen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373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Chaos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system, missed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7373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17373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Reservations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No-shows, double-bookings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089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bestsellers or 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31089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31089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track customers or loyalty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1089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1089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Chaos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manage locations centrally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31089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3108960"/>
            <a:ext cx="1920240" cy="914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Payments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6656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Telebirr, Chapa, CBE Birr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YeneQR solves all of this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Guest Journey — From Scan to Pay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→ browse menu → customize order → track status → pay → play games.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6" name="Image 0" descr="/home/z/my-project/docs/screenshot/photo_1_2026-07-05_10-57-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673352"/>
            <a:ext cx="1225296" cy="2231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" y="1481328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QR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Dine 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81912" y="26517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64792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389654"/>
            </a:solidFill>
            <a:prstDash val="solid"/>
          </a:ln>
        </p:spPr>
      </p:sp>
      <p:pic>
        <p:nvPicPr>
          <p:cNvPr id="12" name="Image 1" descr="/home/z/my-project/docs/screenshot/photo_6_2026-07-05_10-57-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92224" y="1673352"/>
            <a:ext cx="1225296" cy="22311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40280" y="1481328"/>
            <a:ext cx="329184" cy="329184"/>
          </a:xfrm>
          <a:prstGeom prst="ellipse">
            <a:avLst/>
          </a:prstGeom>
          <a:solidFill>
            <a:srgbClr val="389654"/>
          </a:solidFill>
          <a:ln/>
        </p:spPr>
      </p:sp>
      <p:sp>
        <p:nvSpPr>
          <p:cNvPr id="14" name="Text 10"/>
          <p:cNvSpPr/>
          <p:nvPr/>
        </p:nvSpPr>
        <p:spPr>
          <a:xfrm>
            <a:off x="224028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73352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Browse Menu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Categories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026664" y="26517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209544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18" name="Image 2" descr="/home/z/my-project/docs/screenshot/photo_8_2026-07-05_10-57-1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36976" y="1673352"/>
            <a:ext cx="1225296" cy="22311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85032" y="1481328"/>
            <a:ext cx="329184" cy="32918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5"/>
          <p:cNvSpPr/>
          <p:nvPr/>
        </p:nvSpPr>
        <p:spPr>
          <a:xfrm>
            <a:off x="3685032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118104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Customize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Order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471416" y="26517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4654296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3631F"/>
            </a:solidFill>
            <a:prstDash val="solid"/>
          </a:ln>
        </p:spPr>
      </p:sp>
      <p:pic>
        <p:nvPicPr>
          <p:cNvPr id="24" name="Image 3" descr="/home/z/my-project/docs/screenshot/photo_11_2026-07-05_10-57-1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81728" y="1673352"/>
            <a:ext cx="1225296" cy="22311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129784" y="1481328"/>
            <a:ext cx="329184" cy="329184"/>
          </a:xfrm>
          <a:prstGeom prst="ellipse">
            <a:avLst/>
          </a:prstGeom>
          <a:solidFill>
            <a:srgbClr val="F3631F"/>
          </a:solidFill>
          <a:ln/>
        </p:spPr>
      </p:sp>
      <p:sp>
        <p:nvSpPr>
          <p:cNvPr id="26" name="Text 20"/>
          <p:cNvSpPr/>
          <p:nvPr/>
        </p:nvSpPr>
        <p:spPr>
          <a:xfrm>
            <a:off x="5129784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62856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Track Order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Live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916168" y="26517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6099048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pic>
        <p:nvPicPr>
          <p:cNvPr id="30" name="Image 4" descr="/home/z/my-project/docs/screenshot/photo_12_2026-07-05_10-57-1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26480" y="1673352"/>
            <a:ext cx="1225296" cy="22311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574536" y="1481328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25"/>
          <p:cNvSpPr/>
          <p:nvPr/>
        </p:nvSpPr>
        <p:spPr>
          <a:xfrm>
            <a:off x="6574536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007608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Pay: Cash,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Telebirr, Chapa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360920" y="26517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7543800" y="1645920"/>
            <a:ext cx="128016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pic>
        <p:nvPicPr>
          <p:cNvPr id="36" name="Image 5" descr="/home/z/my-project/docs/screenshot/photo_14_2026-07-05_10-57-14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71232" y="1673352"/>
            <a:ext cx="1225296" cy="223113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019288" y="1481328"/>
            <a:ext cx="329184" cy="32918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8" name="Text 30"/>
          <p:cNvSpPr/>
          <p:nvPr/>
        </p:nvSpPr>
        <p:spPr>
          <a:xfrm>
            <a:off x="8019288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452360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Play Games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Waiting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· Telebirr · Chapa · CBE Birr · StarPay · Cash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Operational Control From One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Menus, Online Ordering, Kitchen Mgmt, Waiter Mgmt, Tables, Staff, Multi-Branch, CRM, Analytics, Waitlist.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Orders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Category Mgmt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6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6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Role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Floor 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Promotions &amp; Loyalty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389654"/>
            </a:solidFill>
            <a:prstDash val="solid"/>
          </a:ln>
        </p:spPr>
      </p:sp>
      <p:pic>
        <p:nvPicPr>
          <p:cNvPr id="22" name="Image 0" descr="/home/z/my-project/docs/screenshot/photo_2026-07-05_11-08-5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01184" y="1700784"/>
            <a:ext cx="4005072" cy="22677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46320" y="4069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Real-time orders, revenue, table status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43891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3631F"/>
            </a:solidFill>
            <a:prstDash val="solid"/>
          </a:ln>
        </p:spPr>
      </p:sp>
      <p:pic>
        <p:nvPicPr>
          <p:cNvPr id="25" name="Image 1" descr="/home/z/my-project/docs/screenshot/photo_11_2026-07-05_10-57-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01184" y="4443984"/>
            <a:ext cx="1901952" cy="17190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46320" y="6263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Tracking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132320" y="438912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223760" y="4480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replaces 5+ tools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223760" y="48463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switching between POS, spreadsheets, and paper tickets. Real-time from one login.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EDE9FE"/>
          </a:solidFill>
          <a:ln w="12700">
            <a:solidFill>
              <a:srgbClr val="8B5C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YeneQR Compares to Global Leaders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operational power as Toast and Lightspeed — with a revenue model built for emerging markets.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645920"/>
            <a:ext cx="118872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645920"/>
            <a:ext cx="128016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118872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645920"/>
            <a:ext cx="1463040" cy="32004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Lightspeed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0" y="164592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YeneQR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Order Mgmt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96596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196596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182880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28600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286000"/>
            <a:ext cx="128016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286000"/>
            <a:ext cx="146304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28600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 Ordering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60604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2606040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60604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60604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60604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292608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0" y="2926080"/>
            <a:ext cx="128016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92608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2926080"/>
            <a:ext cx="146304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292608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Loyalty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0" y="324612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0" y="3246120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24612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24612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06640" y="324612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356616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0" y="3566160"/>
            <a:ext cx="128016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56616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0" y="3566160"/>
            <a:ext cx="146304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06640" y="356616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38862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Entertainment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286000" y="38862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74720" y="3886200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38862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388620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06640" y="388620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Telebirr/Chapa/CBE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420624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74720" y="4206240"/>
            <a:ext cx="128016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54880" y="420624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0" y="4206240"/>
            <a:ext cx="146304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06640" y="420624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5262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Amharic/Multilingual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286000" y="45262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474720" y="4526280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754880" y="45262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943600" y="4526280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06640" y="452628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4846320"/>
            <a:ext cx="182880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286000" y="484632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Sub+Tx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474720" y="4846320"/>
            <a:ext cx="128016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Sub+Tx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754880" y="4846320"/>
            <a:ext cx="118872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Free+Tx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943600" y="4846320"/>
            <a:ext cx="1463040" cy="3200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Sub+Tx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406640" y="4846320"/>
            <a:ext cx="1737360" cy="32004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5303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360" y="53766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Global platforms couple subscription to transaction fees. YeneQR decouples them — fee rate is negotiated per-restaurant, independent of the subscription plan.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Revenue Model Built for Emerging Markets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389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91440"/>
          </a:xfrm>
          <a:prstGeom prst="roundRect">
            <a:avLst>
              <a:gd name="adj" fmla="val 50000"/>
            </a:avLst>
          </a:prstGeom>
          <a:solidFill>
            <a:srgbClr val="38965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PER-TRANSACTION FEE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9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0.5% — 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on every captured payment. Rate set per-restaurant — negotiable. Excludes tips and tax.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38965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3%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301752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1%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Charity: 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363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49040"/>
            <a:ext cx="3931920" cy="91440"/>
          </a:xfrm>
          <a:prstGeom prst="roundRect">
            <a:avLst>
              <a:gd name="adj" fmla="val 50000"/>
            </a:avLst>
          </a:prstGeom>
          <a:solidFill>
            <a:srgbClr val="F363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SUBSCRIPTION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— 5,000 ETB/mo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monthly subscription for advanced features. No hard limits — all get full access.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38965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Basic: Free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539496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2K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539496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363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5K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539496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Ethiopia's leading restaurant technology platform by delivering modern digital solutions for the hospitality industry.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560320"/>
            <a:ext cx="3840480" cy="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DECOUPLED?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 and subscription are independent. Set any fee rate for any restaurant without changing their plan. Lower barrier. Higher conversion.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794760"/>
            <a:ext cx="3840480" cy="0"/>
          </a:xfrm>
          <a:prstGeom prst="line">
            <a:avLst/>
          </a:prstGeom>
          <a:noFill/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printing · Speed up service · Minimize errors · Better CX · Real-time insights · Multi-branch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5074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limits. No feature gating. Pure value.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896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3631F">
              <a:alpha val="10000"/>
            </a:srgbClr>
          </a:solidFill>
          <a:ln/>
        </p:spPr>
      </p:sp>
      <p:pic>
        <p:nvPicPr>
          <p:cNvPr id="4" name="Image 0" descr="/home/z/my-project/docs/screenshot/repux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65760"/>
            <a:ext cx="18288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1097280"/>
            <a:ext cx="182880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Ethiopia's Leading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Technology Platform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modern digital solutions for the hospitality industry — from QR menus to full operational intelligence.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3200400"/>
            <a:ext cx="914400" cy="0"/>
          </a:xfrm>
          <a:prstGeom prst="line">
            <a:avLst/>
          </a:prstGeom>
          <a:noFill/>
          <a:ln w="25400">
            <a:solidFill>
              <a:srgbClr val="38965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3896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474720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38965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611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orders, kitchen, CRM, analytics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631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3474720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F3631F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3611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Integration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03320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Telebirr, Chapa, CBE Birr, StarPay, cash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34747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474720"/>
            <a:ext cx="2468880" cy="7315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611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Guest Engagement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37960" y="3931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loyalty, multilingual, waiter call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48463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873752"/>
            <a:ext cx="4114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Repux Technologies PLC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0" y="4873752"/>
            <a:ext cx="32004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89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repuxt@gmail.com</a:t>
            </a:r>
            <a:endParaRPr lang="en-US" sz="1400" dirty="0"/>
          </a:p>
        </p:txBody>
      </p:sp>
      <p:pic>
        <p:nvPicPr>
          <p:cNvPr id="24" name="Image 1" descr="/home/z/my-project/docs/screenshot/repux-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5669280"/>
            <a:ext cx="1645920" cy="457200"/>
          </a:xfrm>
          <a:prstGeom prst="rect">
            <a:avLst/>
          </a:prstGeom>
        </p:spPr>
      </p:pic>
      <p:pic>
        <p:nvPicPr>
          <p:cNvPr id="25" name="Image 2" descr="/home/z/my-project/docs/screenshot/yeneqr-lo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557784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2026-07-07T10:43:41Z</dcterms:created>
  <dcterms:modified xsi:type="dcterms:W3CDTF">2026-07-07T10:43:41Z</dcterms:modified>
</cp:coreProperties>
</file>